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nMvfDEoZmaSx4IlHuiknMifUR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56300" cy="3351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0086" y="4780251"/>
            <a:ext cx="5440680" cy="335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11:notes"/>
          <p:cNvSpPr txBox="1">
            <a:spLocks noGrp="1"/>
          </p:cNvSpPr>
          <p:nvPr>
            <p:ph type="sldNum" idx="12"/>
          </p:nvPr>
        </p:nvSpPr>
        <p:spPr>
          <a:xfrm>
            <a:off x="3852243" y="9434617"/>
            <a:ext cx="2947035" cy="49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jp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>
            <a:spLocks noGrp="1"/>
          </p:cNvSpPr>
          <p:nvPr>
            <p:ph type="ctrTitle"/>
          </p:nvPr>
        </p:nvSpPr>
        <p:spPr>
          <a:xfrm>
            <a:off x="502922" y="1909347"/>
            <a:ext cx="10756751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/>
              <a:t>續約修繕部報告</a:t>
            </a:r>
            <a:br>
              <a:rPr lang="en-US"/>
            </a:br>
            <a:br>
              <a:rPr lang="en-US"/>
            </a:br>
            <a:r>
              <a:rPr lang="en-US"/>
              <a:t>   2026/07</a:t>
            </a:r>
            <a:r>
              <a:rPr lang="en-US" sz="3600"/>
              <a:t>月/月報</a:t>
            </a:r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ubTitle" idx="1"/>
          </p:nvPr>
        </p:nvSpPr>
        <p:spPr>
          <a:xfrm>
            <a:off x="1293846" y="5432565"/>
            <a:ext cx="9604311" cy="76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7568"/>
              <a:buNone/>
            </a:pPr>
            <a:r>
              <a:rPr lang="en-US"/>
              <a:t>報告人: 邱奕棋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7568"/>
              <a:buNone/>
            </a:pPr>
            <a:r>
              <a:rPr lang="en-US"/>
              <a:t>報告日期:2026/07/31</a:t>
            </a:r>
            <a:endParaRPr/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" y="0"/>
            <a:ext cx="1218552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0" y="0"/>
            <a:ext cx="121855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48" y="1061094"/>
            <a:ext cx="11784313" cy="5650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/>
          <p:cNvPicPr preferRelativeResize="0"/>
          <p:nvPr/>
        </p:nvPicPr>
        <p:blipFill rotWithShape="1">
          <a:blip r:embed="rId4">
            <a:alphaModFix/>
          </a:blip>
          <a:srcRect b="85231"/>
          <a:stretch/>
        </p:blipFill>
        <p:spPr>
          <a:xfrm>
            <a:off x="1" y="0"/>
            <a:ext cx="12185521" cy="101288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/>
          <p:nvPr/>
        </p:nvSpPr>
        <p:spPr>
          <a:xfrm>
            <a:off x="2102400" y="1979663"/>
            <a:ext cx="9857760" cy="3143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2102400" y="3172862"/>
            <a:ext cx="9857760" cy="3143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2102400" y="4547599"/>
            <a:ext cx="9857760" cy="282309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2102400" y="5698591"/>
            <a:ext cx="9857760" cy="3143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3"/>
          <p:cNvPicPr preferRelativeResize="0"/>
          <p:nvPr/>
        </p:nvPicPr>
        <p:blipFill rotWithShape="1">
          <a:blip r:embed="rId3">
            <a:alphaModFix/>
          </a:blip>
          <a:srcRect b="85189"/>
          <a:stretch/>
        </p:blipFill>
        <p:spPr>
          <a:xfrm>
            <a:off x="1" y="1"/>
            <a:ext cx="12185521" cy="1015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4">
            <a:alphaModFix/>
          </a:blip>
          <a:srcRect t="37578" b="40156"/>
          <a:stretch/>
        </p:blipFill>
        <p:spPr>
          <a:xfrm>
            <a:off x="0" y="-1"/>
            <a:ext cx="121920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185" y="1097829"/>
            <a:ext cx="9868388" cy="5619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4"/>
          <p:cNvPicPr preferRelativeResize="0"/>
          <p:nvPr/>
        </p:nvPicPr>
        <p:blipFill rotWithShape="1">
          <a:blip r:embed="rId3">
            <a:alphaModFix/>
          </a:blip>
          <a:srcRect b="87868"/>
          <a:stretch/>
        </p:blipFill>
        <p:spPr>
          <a:xfrm>
            <a:off x="0" y="3645"/>
            <a:ext cx="12192000" cy="83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695" y="835201"/>
            <a:ext cx="11954611" cy="2028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696" y="2899209"/>
            <a:ext cx="6111705" cy="387239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4225" y="2883602"/>
            <a:ext cx="5579080" cy="156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401" y="855592"/>
            <a:ext cx="11938905" cy="1976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401" y="2899209"/>
            <a:ext cx="6096000" cy="387239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0" name="Google Shape;190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59041" y="2863211"/>
            <a:ext cx="5614264" cy="1737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94226" y="4642012"/>
            <a:ext cx="5579081" cy="21295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0" y="0"/>
            <a:ext cx="121855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 txBox="1"/>
          <p:nvPr/>
        </p:nvSpPr>
        <p:spPr>
          <a:xfrm>
            <a:off x="-1" y="990600"/>
            <a:ext cx="12185521" cy="53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【 北 區 】</a:t>
            </a:r>
            <a:endParaRPr sz="2667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156" y="1978756"/>
            <a:ext cx="11212800" cy="318017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" y="0"/>
            <a:ext cx="121855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6"/>
          <p:cNvSpPr txBox="1"/>
          <p:nvPr/>
        </p:nvSpPr>
        <p:spPr>
          <a:xfrm>
            <a:off x="-1" y="990600"/>
            <a:ext cx="12185521" cy="53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【 中 區 】</a:t>
            </a:r>
            <a:endParaRPr sz="2667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759" y="1697592"/>
            <a:ext cx="11472000" cy="2387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759" y="1697592"/>
            <a:ext cx="11472000" cy="36364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" y="0"/>
            <a:ext cx="121855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6480" y="944400"/>
            <a:ext cx="12185521" cy="53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【 南 區 】</a:t>
            </a:r>
            <a:endParaRPr sz="2667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495" y="1573129"/>
            <a:ext cx="10967907" cy="425617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/>
        </p:nvPicPr>
        <p:blipFill rotWithShape="1">
          <a:blip r:embed="rId3">
            <a:alphaModFix/>
          </a:blip>
          <a:srcRect b="87136"/>
          <a:stretch/>
        </p:blipFill>
        <p:spPr>
          <a:xfrm>
            <a:off x="6480" y="0"/>
            <a:ext cx="12185521" cy="882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880" y="3389248"/>
            <a:ext cx="5784400" cy="337188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0" name="Google Shape;22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7720" y="3413287"/>
            <a:ext cx="5784400" cy="333213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920" y="958453"/>
            <a:ext cx="11970160" cy="2378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87720" y="3389248"/>
            <a:ext cx="5784400" cy="337188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3" name="Google Shape;223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9880" y="3367474"/>
            <a:ext cx="5784400" cy="33936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 b="87825"/>
          <a:stretch/>
        </p:blipFill>
        <p:spPr>
          <a:xfrm>
            <a:off x="13768" y="-9363"/>
            <a:ext cx="12178233" cy="834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054" y="984191"/>
            <a:ext cx="11589893" cy="563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/>
          <p:cNvPicPr preferRelativeResize="0"/>
          <p:nvPr/>
        </p:nvPicPr>
        <p:blipFill rotWithShape="1">
          <a:blip r:embed="rId3">
            <a:alphaModFix/>
          </a:blip>
          <a:srcRect b="88354"/>
          <a:stretch/>
        </p:blipFill>
        <p:spPr>
          <a:xfrm>
            <a:off x="6480" y="1"/>
            <a:ext cx="12185521" cy="79623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11758107" y="3454400"/>
            <a:ext cx="181987" cy="181987"/>
          </a:xfrm>
          <a:custGeom>
            <a:avLst/>
            <a:gdLst/>
            <a:ahLst/>
            <a:cxnLst/>
            <a:rect l="l" t="t" r="r" b="b"/>
            <a:pathLst>
              <a:path w="272980" h="272980" extrusionOk="0">
                <a:moveTo>
                  <a:pt x="0" y="0"/>
                </a:moveTo>
                <a:lnTo>
                  <a:pt x="272980" y="0"/>
                </a:lnTo>
                <a:lnTo>
                  <a:pt x="272980" y="272980"/>
                </a:lnTo>
                <a:lnTo>
                  <a:pt x="0" y="272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346325" y="1468546"/>
            <a:ext cx="8354400" cy="51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926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37" name="Google Shape;237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857" y="796240"/>
            <a:ext cx="11423024" cy="2986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0000" y="3885293"/>
            <a:ext cx="5518107" cy="286099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9" name="Google Shape;239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5857" y="804410"/>
            <a:ext cx="11423024" cy="297799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0" name="Google Shape;240;p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5858" y="3885292"/>
            <a:ext cx="5548693" cy="28851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40000" y="3885543"/>
            <a:ext cx="5518105" cy="286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/>
          <p:cNvPicPr preferRelativeResize="0"/>
          <p:nvPr/>
        </p:nvPicPr>
        <p:blipFill rotWithShape="1">
          <a:blip r:embed="rId3">
            <a:alphaModFix/>
          </a:blip>
          <a:srcRect b="87043"/>
          <a:stretch/>
        </p:blipFill>
        <p:spPr>
          <a:xfrm>
            <a:off x="0" y="0"/>
            <a:ext cx="12192000" cy="88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11758107" y="3454400"/>
            <a:ext cx="181987" cy="181987"/>
          </a:xfrm>
          <a:custGeom>
            <a:avLst/>
            <a:gdLst/>
            <a:ahLst/>
            <a:cxnLst/>
            <a:rect l="l" t="t" r="r" b="b"/>
            <a:pathLst>
              <a:path w="272980" h="272980" extrusionOk="0">
                <a:moveTo>
                  <a:pt x="0" y="0"/>
                </a:moveTo>
                <a:lnTo>
                  <a:pt x="272980" y="0"/>
                </a:lnTo>
                <a:lnTo>
                  <a:pt x="272980" y="272980"/>
                </a:lnTo>
                <a:lnTo>
                  <a:pt x="0" y="272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2336800" y="1422172"/>
            <a:ext cx="8354400" cy="51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926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893" y="1098905"/>
            <a:ext cx="11336215" cy="56535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寬螢幕</PresentationFormat>
  <Paragraphs>7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DFKai-SB</vt:lpstr>
      <vt:lpstr>Arial</vt:lpstr>
      <vt:lpstr>Calibri</vt:lpstr>
      <vt:lpstr>Office Theme</vt:lpstr>
      <vt:lpstr>續約修繕部報告     2026/07月/月報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續約修繕部報告     2026/07月/月報</dc:title>
  <dc:creator>星鴻</dc:creator>
  <cp:lastModifiedBy>hello54917@outlook.com</cp:lastModifiedBy>
  <cp:revision>1</cp:revision>
  <dcterms:modified xsi:type="dcterms:W3CDTF">2026-10-24T13:39:56Z</dcterms:modified>
</cp:coreProperties>
</file>